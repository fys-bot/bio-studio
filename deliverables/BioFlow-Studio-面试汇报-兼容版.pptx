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b68ca439341eb" /><Relationship Type="http://schemas.openxmlformats.org/officeDocument/2006/relationships/extended-properties" Target="/docProps/app.xml" Id="Rfc632c3d1ba249c1" /><Relationship Type="http://schemas.openxmlformats.org/officeDocument/2006/relationships/officeDocument" Target="/ppt/presentation.xml" Id="Rb1496bfe675c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f680ae55c54764"/>
  </p:sldMasterIdLst>
  <p:notesMasterIdLst>
    <p:notesMasterId xmlns:r="http://schemas.openxmlformats.org/officeDocument/2006/relationships" r:id="Rbbbd143406544dad"/>
  </p:notesMasterIdLst>
  <p:sldIdLst>
    <p:sldId xmlns:r="http://schemas.openxmlformats.org/officeDocument/2006/relationships" id="256" r:id="R227879c04ea747f8"/>
    <p:sldId xmlns:r="http://schemas.openxmlformats.org/officeDocument/2006/relationships" id="257" r:id="R69f015d04ceb40ad"/>
    <p:sldId xmlns:r="http://schemas.openxmlformats.org/officeDocument/2006/relationships" id="258" r:id="Rf01e124c7d404555"/>
    <p:sldId xmlns:r="http://schemas.openxmlformats.org/officeDocument/2006/relationships" id="259" r:id="R5a9ca0002ee54e4d"/>
    <p:sldId xmlns:r="http://schemas.openxmlformats.org/officeDocument/2006/relationships" id="260" r:id="Rb74c0d49f48540b1"/>
    <p:sldId xmlns:r="http://schemas.openxmlformats.org/officeDocument/2006/relationships" id="261" r:id="Ra265e23e98ae494f"/>
    <p:sldId xmlns:r="http://schemas.openxmlformats.org/officeDocument/2006/relationships" id="262" r:id="R929a6f36884146cb"/>
    <p:sldId xmlns:r="http://schemas.openxmlformats.org/officeDocument/2006/relationships" id="263" r:id="R82ea75fb7f0640f2"/>
    <p:sldId xmlns:r="http://schemas.openxmlformats.org/officeDocument/2006/relationships" id="264" r:id="R6af8269593704ad4"/>
    <p:sldId xmlns:r="http://schemas.openxmlformats.org/officeDocument/2006/relationships" id="265" r:id="Rf199f38ff3594f60"/>
    <p:sldId xmlns:r="http://schemas.openxmlformats.org/officeDocument/2006/relationships" id="266" r:id="Rf66c2f23379f43df"/>
    <p:sldId xmlns:r="http://schemas.openxmlformats.org/officeDocument/2006/relationships" id="267" r:id="R2398864aafa5499e"/>
    <p:sldId xmlns:r="http://schemas.openxmlformats.org/officeDocument/2006/relationships" id="268" r:id="Ra0d2108cd55846fb"/>
    <p:sldId xmlns:r="http://schemas.openxmlformats.org/officeDocument/2006/relationships" id="269" r:id="R01df1875ac9c4c35"/>
    <p:sldId xmlns:r="http://schemas.openxmlformats.org/officeDocument/2006/relationships" id="270" r:id="R2810116721604023"/>
    <p:sldId xmlns:r="http://schemas.openxmlformats.org/officeDocument/2006/relationships" id="271" r:id="R32f8bee8b8f54eff"/>
    <p:sldId xmlns:r="http://schemas.openxmlformats.org/officeDocument/2006/relationships" id="272" r:id="R8dc60197cabd4666"/>
    <p:sldId xmlns:r="http://schemas.openxmlformats.org/officeDocument/2006/relationships" id="273" r:id="R88ac575f73f14366"/>
    <p:sldId xmlns:r="http://schemas.openxmlformats.org/officeDocument/2006/relationships" id="274" r:id="Rf267058e13db48bc"/>
    <p:sldId xmlns:r="http://schemas.openxmlformats.org/officeDocument/2006/relationships" id="275" r:id="R1feffc2d26294df3"/>
    <p:sldId xmlns:r="http://schemas.openxmlformats.org/officeDocument/2006/relationships" id="276" r:id="R68c0d2f11aea49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1549ccdd140e6" /><Relationship Type="http://schemas.openxmlformats.org/officeDocument/2006/relationships/slideMaster" Target="/ppt/slideMasters/slideMaster1.xml" Id="R3bf680ae55c54764" /><Relationship Type="http://schemas.openxmlformats.org/officeDocument/2006/relationships/notesMaster" Target="/ppt/notesMasters/notesMaster1.xml" Id="Rbbbd143406544dad" /><Relationship Type="http://schemas.openxmlformats.org/officeDocument/2006/relationships/presProps" Target="/ppt/presProps.xml" Id="R5ea0a06b522f448c" /><Relationship Type="http://schemas.openxmlformats.org/officeDocument/2006/relationships/tableStyles" Target="/ppt/tableStyles.xml" Id="R324a2b1e36444fce" /><Relationship Type="http://schemas.openxmlformats.org/officeDocument/2006/relationships/slide" Target="/ppt/slides/slide1.xml" Id="R227879c04ea747f8" /><Relationship Type="http://schemas.openxmlformats.org/officeDocument/2006/relationships/slide" Target="/ppt/slides/slide2.xml" Id="R69f015d04ceb40ad" /><Relationship Type="http://schemas.openxmlformats.org/officeDocument/2006/relationships/slide" Target="/ppt/slides/slide3.xml" Id="Rf01e124c7d404555" /><Relationship Type="http://schemas.openxmlformats.org/officeDocument/2006/relationships/slide" Target="/ppt/slides/slide4.xml" Id="R5a9ca0002ee54e4d" /><Relationship Type="http://schemas.openxmlformats.org/officeDocument/2006/relationships/slide" Target="/ppt/slides/slide5.xml" Id="Rb74c0d49f48540b1" /><Relationship Type="http://schemas.openxmlformats.org/officeDocument/2006/relationships/slide" Target="/ppt/slides/slide6.xml" Id="Ra265e23e98ae494f" /><Relationship Type="http://schemas.openxmlformats.org/officeDocument/2006/relationships/slide" Target="/ppt/slides/slide7.xml" Id="R929a6f36884146cb" /><Relationship Type="http://schemas.openxmlformats.org/officeDocument/2006/relationships/slide" Target="/ppt/slides/slide8.xml" Id="R82ea75fb7f0640f2" /><Relationship Type="http://schemas.openxmlformats.org/officeDocument/2006/relationships/slide" Target="/ppt/slides/slide9.xml" Id="R6af8269593704ad4" /><Relationship Type="http://schemas.openxmlformats.org/officeDocument/2006/relationships/slide" Target="/ppt/slides/slide10.xml" Id="Rf199f38ff3594f60" /><Relationship Type="http://schemas.openxmlformats.org/officeDocument/2006/relationships/slide" Target="/ppt/slides/slide11.xml" Id="Rf66c2f23379f43df" /><Relationship Type="http://schemas.openxmlformats.org/officeDocument/2006/relationships/slide" Target="/ppt/slides/slide12.xml" Id="R2398864aafa5499e" /><Relationship Type="http://schemas.openxmlformats.org/officeDocument/2006/relationships/slide" Target="/ppt/slides/slide13.xml" Id="Ra0d2108cd55846fb" /><Relationship Type="http://schemas.openxmlformats.org/officeDocument/2006/relationships/slide" Target="/ppt/slides/slide14.xml" Id="R01df1875ac9c4c35" /><Relationship Type="http://schemas.openxmlformats.org/officeDocument/2006/relationships/slide" Target="/ppt/slides/slide15.xml" Id="R2810116721604023" /><Relationship Type="http://schemas.openxmlformats.org/officeDocument/2006/relationships/slide" Target="/ppt/slides/slide16.xml" Id="R32f8bee8b8f54eff" /><Relationship Type="http://schemas.openxmlformats.org/officeDocument/2006/relationships/slide" Target="/ppt/slides/slide17.xml" Id="R8dc60197cabd4666" /><Relationship Type="http://schemas.openxmlformats.org/officeDocument/2006/relationships/slide" Target="/ppt/slides/slide18.xml" Id="R88ac575f73f14366" /><Relationship Type="http://schemas.openxmlformats.org/officeDocument/2006/relationships/slide" Target="/ppt/slides/slide19.xml" Id="Rf267058e13db48bc" /><Relationship Type="http://schemas.openxmlformats.org/officeDocument/2006/relationships/slide" Target="/ppt/slides/slide20.xml" Id="R1feffc2d26294df3" /><Relationship Type="http://schemas.openxmlformats.org/officeDocument/2006/relationships/slide" Target="/ppt/slides/slide21.xml" Id="R68c0d2f11aea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3da6402b3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0bcf4a60854e21" /><Relationship Type="http://schemas.openxmlformats.org/officeDocument/2006/relationships/notesMaster" Target="/ppt/notesMasters/notesMaster1.xml" Id="R0f8f257aee2d44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f0fbecb01436e" /><Relationship Type="http://schemas.openxmlformats.org/officeDocument/2006/relationships/notesMaster" Target="/ppt/notesMasters/notesMaster1.xml" Id="Re0c5e22fcc50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85453881444c2" /><Relationship Type="http://schemas.openxmlformats.org/officeDocument/2006/relationships/notesMaster" Target="/ppt/notesMasters/notesMaster1.xml" Id="R7c952ce7a21b46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469fc583f541e7" /><Relationship Type="http://schemas.openxmlformats.org/officeDocument/2006/relationships/notesMaster" Target="/ppt/notesMasters/notesMaster1.xml" Id="R8d3eb8b0fd96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718ad45514407" /><Relationship Type="http://schemas.openxmlformats.org/officeDocument/2006/relationships/notesMaster" Target="/ppt/notesMasters/notesMaster1.xml" Id="R595971bb723342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2508b696054a35" /><Relationship Type="http://schemas.openxmlformats.org/officeDocument/2006/relationships/notesMaster" Target="/ppt/notesMasters/notesMaster1.xml" Id="R136b5898a3e643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6a6f4b44ec4387" /><Relationship Type="http://schemas.openxmlformats.org/officeDocument/2006/relationships/notesMaster" Target="/ppt/notesMasters/notesMaster1.xml" Id="R9f191a7bdfa146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bc6d4270c54297" /><Relationship Type="http://schemas.openxmlformats.org/officeDocument/2006/relationships/notesMaster" Target="/ppt/notesMasters/notesMaster1.xml" Id="Rbb70b0119f9341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fcf66594d646f3" /><Relationship Type="http://schemas.openxmlformats.org/officeDocument/2006/relationships/notesMaster" Target="/ppt/notesMasters/notesMaster1.xml" Id="Rd7db25c57ee34a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e433f0ccb4e28" /><Relationship Type="http://schemas.openxmlformats.org/officeDocument/2006/relationships/notesMaster" Target="/ppt/notesMasters/notesMaster1.xml" Id="Rdd0a853c9aab45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ceef64f39649e6" /><Relationship Type="http://schemas.openxmlformats.org/officeDocument/2006/relationships/notesMaster" Target="/ppt/notesMasters/notesMaster1.xml" Id="R3f031f06483a4a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28144c712c451d" /><Relationship Type="http://schemas.openxmlformats.org/officeDocument/2006/relationships/notesMaster" Target="/ppt/notesMasters/notesMaster1.xml" Id="R355864d1254d47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8fb14c5d564f4b" /><Relationship Type="http://schemas.openxmlformats.org/officeDocument/2006/relationships/notesMaster" Target="/ppt/notesMasters/notesMaster1.xml" Id="R3ce6aa51f20541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e7fc73e26a4e39" /><Relationship Type="http://schemas.openxmlformats.org/officeDocument/2006/relationships/notesMaster" Target="/ppt/notesMasters/notesMaster1.xml" Id="R401c1a0152cc40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02a035ea334590" /><Relationship Type="http://schemas.openxmlformats.org/officeDocument/2006/relationships/notesMaster" Target="/ppt/notesMasters/notesMaster1.xml" Id="Rc37e883402524c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75ef3357c3425f" /><Relationship Type="http://schemas.openxmlformats.org/officeDocument/2006/relationships/notesMaster" Target="/ppt/notesMasters/notesMaster1.xml" Id="R7e1b0da350ee41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ae4948ec6644c3" /><Relationship Type="http://schemas.openxmlformats.org/officeDocument/2006/relationships/notesMaster" Target="/ppt/notesMasters/notesMaster1.xml" Id="R08fb18add7134f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bf13d399d42d4" /><Relationship Type="http://schemas.openxmlformats.org/officeDocument/2006/relationships/notesMaster" Target="/ppt/notesMasters/notesMaster1.xml" Id="R2366f582d1ad41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8564b9db7d4bb5" /><Relationship Type="http://schemas.openxmlformats.org/officeDocument/2006/relationships/notesMaster" Target="/ppt/notesMasters/notesMaster1.xml" Id="Rbb1bf676531c43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09c662824c441f" /><Relationship Type="http://schemas.openxmlformats.org/officeDocument/2006/relationships/notesMaster" Target="/ppt/notesMasters/notesMaster1.xml" Id="Re6b00dc9ec7942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30930be65e4c24" /><Relationship Type="http://schemas.openxmlformats.org/officeDocument/2006/relationships/notesMaster" Target="/ppt/notesMasters/notesMaster1.xml" Id="Radaa790b3290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2.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3.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4.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5.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6.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7.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8.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9.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10.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11.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12.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13.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14.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15.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16.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17.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18.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19.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20.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Compatibility-rendered slide 21. Source deck: BioFlow Studio interview report 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83a250df4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86baec63d04978" /><Relationship Type="http://schemas.openxmlformats.org/officeDocument/2006/relationships/slideLayout" Target="/ppt/slideLayouts/slideLayout1.xml" Id="Rf5fbf8a40e8a45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fbf8a40e8a45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7c2940b84421" /><Relationship Type="http://schemas.openxmlformats.org/officeDocument/2006/relationships/image" Target="/ppt/media/image.png" Id="R5b9b2fd8fc3d4225" /><Relationship Type="http://schemas.openxmlformats.org/officeDocument/2006/relationships/notesSlide" Target="/ppt/notesSlides/notesSlide1.xml" Id="R0d2b1fe2da8240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3bbc27430448d" /><Relationship Type="http://schemas.openxmlformats.org/officeDocument/2006/relationships/image" Target="/ppt/media/image2.png" Id="Rc5a4ea4da8d14a3a" /><Relationship Type="http://schemas.openxmlformats.org/officeDocument/2006/relationships/notesSlide" Target="/ppt/notesSlides/notesSlide2.xml" Id="R49a1d66c6ca9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e9b6e93ce4085" /><Relationship Type="http://schemas.openxmlformats.org/officeDocument/2006/relationships/image" Target="/ppt/media/image3.png" Id="R68ed2d510d284b1f" /><Relationship Type="http://schemas.openxmlformats.org/officeDocument/2006/relationships/notesSlide" Target="/ppt/notesSlides/notesSlide3.xml" Id="R5cebd7b907aa4f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4617aba645cc" /><Relationship Type="http://schemas.openxmlformats.org/officeDocument/2006/relationships/image" Target="/ppt/media/image4.png" Id="R53de873f16114cf8" /><Relationship Type="http://schemas.openxmlformats.org/officeDocument/2006/relationships/notesSlide" Target="/ppt/notesSlides/notesSlide4.xml" Id="R2dd561da13f544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00c9a2f34095" /><Relationship Type="http://schemas.openxmlformats.org/officeDocument/2006/relationships/image" Target="/ppt/media/image5.png" Id="Rd94a557192b54b88" /><Relationship Type="http://schemas.openxmlformats.org/officeDocument/2006/relationships/notesSlide" Target="/ppt/notesSlides/notesSlide5.xml" Id="R4bc3a08fada94e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bb6acc8f44bf9" /><Relationship Type="http://schemas.openxmlformats.org/officeDocument/2006/relationships/image" Target="/ppt/media/image6.png" Id="R00b70febd52c441c" /><Relationship Type="http://schemas.openxmlformats.org/officeDocument/2006/relationships/notesSlide" Target="/ppt/notesSlides/notesSlide6.xml" Id="R037c76980dc149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8d3057de147b8" /><Relationship Type="http://schemas.openxmlformats.org/officeDocument/2006/relationships/image" Target="/ppt/media/image7.png" Id="R926864fc00cd4f54" /><Relationship Type="http://schemas.openxmlformats.org/officeDocument/2006/relationships/notesSlide" Target="/ppt/notesSlides/notesSlide7.xml" Id="R8dbfc8897f7142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dc72094c64b00" /><Relationship Type="http://schemas.openxmlformats.org/officeDocument/2006/relationships/image" Target="/ppt/media/image8.png" Id="R4a1213b1f3eb48fe" /><Relationship Type="http://schemas.openxmlformats.org/officeDocument/2006/relationships/notesSlide" Target="/ppt/notesSlides/notesSlide8.xml" Id="R31c78267cd4440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b9800fd194f00" /><Relationship Type="http://schemas.openxmlformats.org/officeDocument/2006/relationships/image" Target="/ppt/media/image9.png" Id="R2c2faae8847f4231" /><Relationship Type="http://schemas.openxmlformats.org/officeDocument/2006/relationships/notesSlide" Target="/ppt/notesSlides/notesSlide9.xml" Id="Rb25c592dffe24b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66a2772aa40c8" /><Relationship Type="http://schemas.openxmlformats.org/officeDocument/2006/relationships/image" Target="/ppt/media/image10.png" Id="Ra6e06fb551584927" /><Relationship Type="http://schemas.openxmlformats.org/officeDocument/2006/relationships/notesSlide" Target="/ppt/notesSlides/notesSlide10.xml" Id="R50357a157aa24d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232ccc19b4808" /><Relationship Type="http://schemas.openxmlformats.org/officeDocument/2006/relationships/image" Target="/ppt/media/image11.png" Id="Rc9b313d4bcd54573" /><Relationship Type="http://schemas.openxmlformats.org/officeDocument/2006/relationships/notesSlide" Target="/ppt/notesSlides/notesSlide11.xml" Id="R1f10a7ae4f5246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99d374ac54762" /><Relationship Type="http://schemas.openxmlformats.org/officeDocument/2006/relationships/image" Target="/ppt/media/image12.png" Id="R665d7f5e92a6443c" /><Relationship Type="http://schemas.openxmlformats.org/officeDocument/2006/relationships/notesSlide" Target="/ppt/notesSlides/notesSlide12.xml" Id="R12d25ce834764b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ad940d7294d63" /><Relationship Type="http://schemas.openxmlformats.org/officeDocument/2006/relationships/image" Target="/ppt/media/image13.png" Id="Rf88494d0a7a04aa0" /><Relationship Type="http://schemas.openxmlformats.org/officeDocument/2006/relationships/notesSlide" Target="/ppt/notesSlides/notesSlide13.xml" Id="R9ffd762d9f5b47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d43df89e4491e" /><Relationship Type="http://schemas.openxmlformats.org/officeDocument/2006/relationships/image" Target="/ppt/media/image14.png" Id="R404f1b6333b74c16" /><Relationship Type="http://schemas.openxmlformats.org/officeDocument/2006/relationships/notesSlide" Target="/ppt/notesSlides/notesSlide14.xml" Id="R6139588f41044e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9a328a3da4e19" /><Relationship Type="http://schemas.openxmlformats.org/officeDocument/2006/relationships/image" Target="/ppt/media/image15.png" Id="R85b1acec2c984578" /><Relationship Type="http://schemas.openxmlformats.org/officeDocument/2006/relationships/notesSlide" Target="/ppt/notesSlides/notesSlide15.xml" Id="R406f3a70553a4c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fd4eb96a4d89" /><Relationship Type="http://schemas.openxmlformats.org/officeDocument/2006/relationships/image" Target="/ppt/media/image16.png" Id="Rbbc07ef00c4e47ec" /><Relationship Type="http://schemas.openxmlformats.org/officeDocument/2006/relationships/notesSlide" Target="/ppt/notesSlides/notesSlide16.xml" Id="Ra237a810bf4d45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822b72d3a4723" /><Relationship Type="http://schemas.openxmlformats.org/officeDocument/2006/relationships/image" Target="/ppt/media/image17.png" Id="R1ba0c570ee97445b" /><Relationship Type="http://schemas.openxmlformats.org/officeDocument/2006/relationships/notesSlide" Target="/ppt/notesSlides/notesSlide17.xml" Id="R09dcec48bef146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6bcc764de4af8" /><Relationship Type="http://schemas.openxmlformats.org/officeDocument/2006/relationships/image" Target="/ppt/media/image18.png" Id="Rd57d6c4f57b24581" /><Relationship Type="http://schemas.openxmlformats.org/officeDocument/2006/relationships/notesSlide" Target="/ppt/notesSlides/notesSlide18.xml" Id="Raaaa308803f44d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b7f811cc49b3" /><Relationship Type="http://schemas.openxmlformats.org/officeDocument/2006/relationships/image" Target="/ppt/media/image19.png" Id="Rd00cbd18d7d7430a" /><Relationship Type="http://schemas.openxmlformats.org/officeDocument/2006/relationships/notesSlide" Target="/ppt/notesSlides/notesSlide19.xml" Id="Refdc40b95cd54b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1c764f15a4da0" /><Relationship Type="http://schemas.openxmlformats.org/officeDocument/2006/relationships/image" Target="/ppt/media/image20.png" Id="R34f1a28a3c6e4661" /><Relationship Type="http://schemas.openxmlformats.org/officeDocument/2006/relationships/notesSlide" Target="/ppt/notesSlides/notesSlide20.xml" Id="Rcf80acadcb3942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eb3e817a54d9f" /><Relationship Type="http://schemas.openxmlformats.org/officeDocument/2006/relationships/image" Target="/ppt/media/image21.png" Id="Rc769b6e6f2ac4fb7" /><Relationship Type="http://schemas.openxmlformats.org/officeDocument/2006/relationships/notesSlide" Target="/ppt/notesSlides/notesSlide21.xml" Id="Re27ce8dbbe7b43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b2fd8fc3d42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85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4ea4da8d14a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77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d2d510d284b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30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e873f16114c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47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a557192b54b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21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70febd52c441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45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864fc00cd4f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4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213b1f3eb48f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68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faae8847f42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36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06fb55158492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3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313d4bcd545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62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d7f5e92a644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969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494d0a7a04a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39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f1b6333b74c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4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acec2c9845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187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07ef00c4e47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98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0c570ee97445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444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d6c4f57b2458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13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cbd18d7d743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516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1a28a3c6e466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06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9b6e6f2ac4f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34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2026-09-08T15:19:53.9390000Z</dcterms:created>
  <dcterms:modified xsi:type="dcterms:W3CDTF">2026-09-08T15:19:53.9390000Z</dcterms:modified>
</coreProperties>
</file>